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Khen cụ thể: "Prompt này dùng 5/6 thành phần, đặc biệt phần ràng buộc rất rõ." Dành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Đa số sẽ chọn B hoặc C. Dẫn dắt: "Vậy mỗi tác vụ bạn phải qua lại 5 lần. Có cách nào làm 1 lần duy nhất không? Xem demo."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live trên Claude.ai. Để lớp thấy sự bất tiện của qua lại nhiều lần.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brief trên slide, sau đó chạy trên Claude Cowork. So sánh thời gian và chất lượng.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là đáp án đúng nhất. Dẫn dắt: "Đúng rồi -- tùy tình huống. Vậy KHI NÀO dùng agent?"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"Bạn vẫn là người quyết định. Agent chỉ thực thi kế hoạch bạn duyệt."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lớp: "Tác vụ nào của bạn nằm ở ô 'Agent'?"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nối mỗi ví dụ với ma trận quyết định: "Tác vụ này lặp lại + nhiều bước -&gt; hoàn hảo cho agent."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Chia sẻ màn hình, demo giao diện. Troubleshooting: "Nếu không thấy nút Project -&gt; refresh trang." 8 phút cho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"Brief tốt = agent không cần hỏi lại." Nếu kết quả tệ -&gt; cơ hội phân tích brief thiếu gì.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Thường D (tiêu chí) là khó nhất. Giải thích: "Tiêu chí = bạn phải biết 'tốt' trông như thế nào TRƯỚC khi giao việc."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worksheet (có trong handout). Hỏi lớp: "Ai có tác vụ 'Không phù hợp AI'? Tại sao?" -&gt; Thảo luận giới hạn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hạn 3 phút/người. Khen trước, góp ý sau. Tập trung vào chất lượng brief, không phải kết quả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Buổi 2: Tư duy Agent (Agent Thinking)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Warm-up -- Prompt Library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"Ai đã tạo Prompt Library 5 prompt rồi?"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Zoom reactions (thumbs up)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 người chia sẻ prompt hay nhất -&gt; Facilitator nhận xét nhanh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#1 -- Thói quen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"Khi dùng ChatGPT/Claude, bạn thường gửi bao nhiêu tin nhắn cho 1 tác vụ?"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1 tin nhắn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2--5 tin nhắn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6--10 tin nhắn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Hơn 10 tin nhắn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Demo -- Cùng 1 tác vụ, 2 cách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Tác vụ: </a:t>
            </a:r>
            <a:r>
              <a:rPr sz="1600">
                <a:solidFill>
                  <a:srgbClr val="333333"/>
                </a:solidFill>
              </a:rPr>
              <a:t>Tạo hợp đồng từ đơn đặt hàng Google Vietnam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Cách 1: Chat (5 tin nhắn)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"Đọc thông tin đơn hàng này"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"Tóm tắt các điểm chính cho hợp đồng"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"Viết phần mô tả dịch vụ theo định dạng pháp lý"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"Thêm điều khoản VAT 8%"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"Sửa lại cho phù hợp luật Việt Nam"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~8 phút thực tế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Demo -- Cách 2: Agent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Cách 2: Agent (1 brief)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Mục tiêu: Tạo phần "Mô tả dịch vụ" cho hợp đồng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từ đơn đặt hàng Google Vietnam.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Bối cảnh: Đơn hàng gồm 2 dịch vụ (mobile + design),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tổng 15 triệu + VAT 8%. Hợp đồng theo luật VN.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Các bước: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1. Đọc thông tin đơn hàng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2. Tính tổng giá trị (bao gồm VAT)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3. Viết mô tả dịch vụ theo mẫu pháp lý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Tiêu chí thành công: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 Thông tin chính xác 100%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 Văn phong pháp lý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 Dưới 200 từ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1 lần gửi, agent tự hoàn thành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#2 -- Bạn chọn cách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"Bạn muốn dùng cách nào cho công việc hàng ngày?"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Chat từng bước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Agent tự động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Tùy tình huống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Chat vs. Agent -- 3 Khác biệt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  |  Chat  |  Agent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Cách ra lệnh  |  Bạn hướng dẫn từng bước  |  Bạn giao mục tiêu, AI tự lập kế hoạch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Bộ nhớ  |  Mỗi tin nhắn riêng lẻ  |  Nhớ cả quy trình và trạng thái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Kết quả  |  Bạn copy-paste thủ công  |  AI tự tạo file, tự kiểm tra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"Phép so sánh: "Chat = nhắn tin cho nhân viên từng dòng hướng dẫn. Agent = giao brief và để họ làm.""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Khi nào dùng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Ma trận quyết định: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  |  Một lần  |  Lặp lại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1--2 bước  |  Chat  |  Chat hoặc Agent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3+ bước  |  Chat hoặc Agent  |  Agent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3 ví dụ thực tế: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Manager: Lập kế hoạch dự án tuần (lặp lại + nhiều bước = Agent)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Marketer: Phân tích chiến dịch theo mẫu chuẩn (lặp lại = Agent)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Teacher: Tạo bộ đề thi 5 phần theo rubric (nhiều bước = Agent)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Chat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Gõ vào chat Zoom: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""Tác vụ nào trong công việc của bạn lặp lại mỗi tuần và mất &gt;30 phút?""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(30 giây -- facilitator chọn 2--3 ví dụ, phân tích nhanh)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Hướng dẫn Claude Cowork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Bước thực hiện: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Truy cập Claude Cowork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Tạo project mới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Gửi brief đầu tiên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1 -- Task Brief đầu tiên (14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Viết brief gồm 4 phần: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Phần  |  Câu hỏi dẫn dắt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1. Mục tiêu  |  AI cần tạo ra gì?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2. Bối cảnh  |  Thông tin cần biết, file cần đọc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3. Các bước  |  Ít nhất 3 bước theo thứ tự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4. Tiêu chí thành công  |  Kết quả đạt chuẩn trông như thế nào?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Chọn 1 trong 2: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Kịch bản hợp đồng Google Vietnam (dùng đơn hàng mẫu)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Tác vụ cá nhân từ homework Prompt Library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Gửi brief cho Claude Cowork. Đánh giá kết quả.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#3 -- Phần nào khó nhất?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"Phần nào của task brief khó viết nhất?"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Mục tiêu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Bối cảnh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Các bước thực hiện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Tiêu chí thành công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2 -- Workflow Mapping (15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1: </a:t>
            </a:r>
            <a:r>
              <a:rPr sz="1600">
                <a:solidFill>
                  <a:srgbClr val="333333"/>
                </a:solidFill>
              </a:rPr>
              <a:t>Liệt kê 5 tác vụ lặp lại hàng tuần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2: </a:t>
            </a:r>
            <a:r>
              <a:rPr sz="1600">
                <a:solidFill>
                  <a:srgbClr val="333333"/>
                </a:solidFill>
              </a:rPr>
              <a:t>Phân loại mỗi tác vụ: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Tác vụ  |  Chat  |  Agent  |  Không phù hợp AI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Ví dụ: Soạn email báo cáo  |    |  x  |  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Ví dụ: Tư vấn 1-1 với khách  |    |    |  x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1. _________________  |    |    |  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2. _________________  |    |    |  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...  |    |    | 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3: </a:t>
            </a:r>
            <a:r>
              <a:rPr sz="1600">
                <a:solidFill>
                  <a:srgbClr val="333333"/>
                </a:solidFill>
              </a:rPr>
              <a:t>Chọn 1 tác vụ "Agent" -&gt; Viết brief 4 phần hoàn chỉnh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Showcase -- Trình bày Workflow +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3 người chia sẻ màn hình: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Trình bày workflow mapping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Đọc brief đã viết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Lớp đánh giá theo 1 câu hỏi: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""Brief này đủ rõ để agent thực thi không cần giải thích thêm không?""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Yes/No + 1 cải thiện cụ thể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3 Takeaway hôm nay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Agent = ủy quyền thông minh -- bạn là sếp, AI là nhân viên giỏi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Brief 4 phần = mục tiêu + bối cảnh + bước + tiêu chí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Tùy tình huống: Chat cho việc đơn giản, Agent cho việc lặp lại nhiều bước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về nhà (25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Chạy 2 tác vụ thực tế trên Claude Cowork: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Ghi lại cho mỗi tác vụ: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Brief đã gửi (copy nguyên văn)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Kết quả nhận được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Điều chỉnh cần thiết (nếu có)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So sánh: tiết kiệm bao nhiêu phút so với cách làm cũ?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Mang đến Buổi 3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Preview Buổi 3: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""Buổi tới: chúng ta cài Claude Code và chạy THỰC SỰ contract agent -- không phải demo, bạn tự chạy trên máy mình.""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
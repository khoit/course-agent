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1: Từ Web Chat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đến CLI Power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9260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"Tại sao Claude Code?"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 với Claude Code &amp; Cowork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sao cần chuyển từ web sang CLI?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lợi thế của Claude Code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Web vs CLI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hành: First CLI Prompt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Chat vs Claude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Web Chat (5 bước)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Gõ prompt trên trình duyệt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output → paste vào Word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lại thủ công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lần phải gõ lại context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bước = 10 phút/task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181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Claude Code (1 bước)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Gõ 1 lệnh trong terminal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ra trực tiếp file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sẵn theo yêu cầu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AI nhớ context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bước = 2 phút/task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Poll: Bạn dùng AI tool nào?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web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web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dùng CLI bao giờ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 ngay trên Zoom poll!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Lợi thế Claude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file trực tiếp — không cần copy-paste vào chat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file trực tiếp — output ra đúng file bạn muốn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— AI nhớ context dự án mỗi lần chạy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31520" y="41148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54480" y="41605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lệnh hệ thống — tích hợp với workflow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F0F0F4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 Web Chat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GỌI ĐIỆN cho trợ lý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Phải mô tả lại mọi thứ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không thấy màn hình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cuộc gọi bắt đầu từ đầu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846320" y="1188720"/>
            <a:ext cx="3840480" cy="3017520"/>
          </a:xfrm>
          <a:prstGeom prst="roundRect">
            <a:avLst>
              <a:gd name="adj" fmla="val 4545"/>
            </a:avLst>
          </a:prstGeom>
          <a:solidFill>
            <a:srgbClr val="181B2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Claude Code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Trợ lý NGỒI CẠNH bàn bạn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Thấy file, thấy project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Nhớ rules bạn đã setup</a:t>
            </a:r>
            <a:endParaRPr lang="en-US" sz="15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tục từ chỗ dừng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1: Viết Email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Web: Copy context → paste → gõ prompt → copy output → paste vào email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Code: Gõ 1 prompt với Role + Context + Task + Format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Output structured, ready to send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trên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2: Đọc File + Tóm tắt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"Đọc file data.txt và tóm tắt 5 điểm chính"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đọc file trực tiếp từ folder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mở file → copy → paste vào chat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Tiết kiệm 5 phút mỗi lần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trên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3: Prompt có cấu trúc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Role: Chuyên viên Marketing senior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Company XYZ, sản phẩm mới, target SME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Task: Viết 3 email templates cho campaign launch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Format: Subject line + body 150 words + CTA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output: prompt đơn vs prompt có R+C+T+F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Activity: First CLI Prompt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terminal → gõ claude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1: Hỏi Claude Code 1 câu đơn giản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2: Viết prompt Role + Context + Task + Format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3: So sánh output với web chat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phút | Breakout rooms 3-4 người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0695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572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Điều Nhớ Về Nhà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54480" y="14173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đọc file = không cần copy-paste context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317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54480" y="23317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= AI nhớ project rules, không cần nhắc lại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7680960" cy="731520"/>
          </a:xfrm>
          <a:prstGeom prst="roundRect">
            <a:avLst>
              <a:gd name="adj" fmla="val 12500"/>
            </a:avLst>
          </a:prstGeom>
          <a:solidFill>
            <a:srgbClr val="25243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46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3246120"/>
            <a:ext cx="6675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= playground — gõ sai không sao, thử lại!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165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Homework &amp; Preview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Claude Code cho 3 task trong tuần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lại prompt đã dùng + output</a:t>
            </a:r>
            <a:endParaRPr lang="en-US" sz="18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Buổi 2: Framework RTT &amp; CO-STAR + CLAUDE.md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8E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Hẹn gặp buổi sau!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 — Từ Web Chat đến CLI Power</dc:title>
  <dc:subject>PptxGenJS Presentation</dc:subject>
  <dc:creator>Course Designer</dc:creator>
  <cp:lastModifiedBy>Course Designer</cp:lastModifiedBy>
  <cp:revision>1</cp:revision>
  <dcterms:created xsi:type="dcterms:W3CDTF">2026-03-12T00:10:14Z</dcterms:created>
  <dcterms:modified xsi:type="dcterms:W3CDTF">2026-03-12T00:10:14Z</dcterms:modified>
</cp:coreProperties>
</file>
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B165F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Buổi 5: Từ cá nhân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đến Cowork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"Hệ thống hóa &amp; Triển khai Team"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Engineering với Claude Code &amp; Cowork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165F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WHY: ROI của hệ thống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người = tiết kiệm 2 giờ/ngày</a:t>
            </a:r>
            <a:endParaRPr lang="en-US" sz="18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người = 20 giờ/ngày = 400 giờ/tháng</a:t>
            </a:r>
            <a:endParaRPr lang="en-US" sz="18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Nhưng 10 cách làm khác nhau = hỗn loạn</a:t>
            </a:r>
            <a:endParaRPr lang="en-US" sz="18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Cần SYSTEM: shared CLAUDE.md + prompt library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45720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165F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Cowork Workspace Structure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prompt-library/</a:t>
            </a:r>
            <a:endParaRPr lang="en-US" sz="18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├── email/ (customer-response-rtt-v2.md)</a:t>
            </a:r>
            <a:endParaRPr lang="en-US" sz="18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├── report/ (weekly-summary-costar-v3.md)</a:t>
            </a:r>
            <a:endParaRPr lang="en-US" sz="18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└── data/ (invoice-extraction-fewshot-v1.md)</a:t>
            </a:r>
            <a:endParaRPr lang="en-US" sz="18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CLAUDE.md (shared team rules)</a:t>
            </a:r>
            <a:endParaRPr lang="en-US" sz="18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README.md (index + usage guide)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45720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165F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Naming Convention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[task]-[framework]-v[version].md</a:t>
            </a:r>
            <a:endParaRPr lang="en-US" sz="18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customer-response-rtt-v2.md</a:t>
            </a:r>
            <a:endParaRPr lang="en-US" sz="18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quarterly-analysis-cot-v1.md</a:t>
            </a:r>
            <a:endParaRPr lang="en-US" sz="18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Ai đọc tên cũng hiểu prompt này làm gì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45720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"email-rtt-v1" vs "my prompt 3" — rõ ràng hơn nhiều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8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165F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CLAUDE.md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rules: tone, style guide, terminology</a:t>
            </a:r>
            <a:endParaRPr lang="en-US" sz="18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context: company info, department processes</a:t>
            </a:r>
            <a:endParaRPr lang="en-US" sz="18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format: company templates, email signatures</a:t>
            </a:r>
            <a:endParaRPr lang="en-US" sz="18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Mọi người dùng Claude Code đều nhận output chuẩn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45720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8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165F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Activity 7: Build Your Workspace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Organize TẤT CẢ prompts từ buổi 1-4</a:t>
            </a:r>
            <a:endParaRPr lang="en-US" sz="18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≥10 prompts, organized, named</a:t>
            </a:r>
            <a:endParaRPr lang="en-US" sz="18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Tạo shared CLAUDE.md cho team</a:t>
            </a:r>
            <a:endParaRPr lang="en-US" sz="18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notes cho mỗi template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45720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phút | Individual workshop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8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0695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Deployment: 3 Phases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7680960" cy="731520"/>
          </a:xfrm>
          <a:prstGeom prst="roundRect">
            <a:avLst>
              <a:gd name="adj" fmla="val 12500"/>
            </a:avLst>
          </a:prstGeom>
          <a:solidFill>
            <a:srgbClr val="252438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17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54480" y="1417320"/>
            <a:ext cx="6675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Champions: 2-3 người hào hứng → pilot first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2286000"/>
            <a:ext cx="7680960" cy="731520"/>
          </a:xfrm>
          <a:prstGeom prst="roundRect">
            <a:avLst>
              <a:gd name="adj" fmla="val 12500"/>
            </a:avLst>
          </a:prstGeom>
          <a:solidFill>
            <a:srgbClr val="252438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331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554480" y="2331720"/>
            <a:ext cx="6675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Pilot: 3 tasks cụ thể × 2 tuần → collect data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31520" y="3200400"/>
            <a:ext cx="7680960" cy="731520"/>
          </a:xfrm>
          <a:prstGeom prst="roundRect">
            <a:avLst>
              <a:gd name="adj" fmla="val 12500"/>
            </a:avLst>
          </a:prstGeom>
          <a:solidFill>
            <a:srgbClr val="252438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246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554480" y="3246120"/>
            <a:ext cx="6675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Expand: Share results → onboard more → measure ROI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165F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 Guide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1: Install Claude Code + gõ lệnh đầu tiên</a:t>
            </a:r>
            <a:endParaRPr lang="en-US" sz="18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2: RTT cho 3 tasks routine</a:t>
            </a:r>
            <a:endParaRPr lang="en-US" sz="18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3: Tạo CLAUDE.md cho team</a:t>
            </a:r>
            <a:endParaRPr lang="en-US" sz="18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4: Shared workspace + measure results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45720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165F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Blockers &amp; Solutions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840480" cy="3017520"/>
          </a:xfrm>
          <a:prstGeom prst="roundRect">
            <a:avLst>
              <a:gd name="adj" fmla="val 4545"/>
            </a:avLst>
          </a:prstGeom>
          <a:solidFill>
            <a:srgbClr val="F0F0F4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Blocker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"Terminal quá khó"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"Web chat đủ rồi"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"Team tôi không dùng AI"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"IT không cho cài"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846320" y="1188720"/>
            <a:ext cx="3840480" cy="3017520"/>
          </a:xfrm>
          <a:prstGeom prst="roundRect">
            <a:avLst>
              <a:gd name="adj" fmla="val 4545"/>
            </a:avLst>
          </a:prstGeom>
          <a:solidFill>
            <a:srgbClr val="181B24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0" y="12801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Solution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0" y="173736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 buddy system + cheat sheet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ROI: 2 giờ/ngày saved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Bắt đầu từ BẠN → show results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case + ROI numbers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8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165F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Activity 8: 30-Day Cowork Plan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Nhóm 3-4 cùng ngành</a:t>
            </a:r>
            <a:endParaRPr lang="en-US" sz="18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1: Champions + 3 pilot tasks</a:t>
            </a:r>
            <a:endParaRPr lang="en-US" sz="18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2: Pilot + shared CLAUDE.md</a:t>
            </a:r>
            <a:endParaRPr lang="en-US" sz="18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3: Feedback + iterate</a:t>
            </a:r>
            <a:endParaRPr lang="en-US" sz="18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4: Expand + measure ROI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45720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phút | Group workshop → 30-sec pitch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8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0695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Key Takeaways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7680960" cy="731520"/>
          </a:xfrm>
          <a:prstGeom prst="roundRect">
            <a:avLst>
              <a:gd name="adj" fmla="val 12500"/>
            </a:avLst>
          </a:prstGeom>
          <a:solidFill>
            <a:srgbClr val="252438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17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54480" y="1417320"/>
            <a:ext cx="6675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&gt; Freestyle — cấu trúc tạo output ổn định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2286000"/>
            <a:ext cx="7680960" cy="731520"/>
          </a:xfrm>
          <a:prstGeom prst="roundRect">
            <a:avLst>
              <a:gd name="adj" fmla="val 12500"/>
            </a:avLst>
          </a:prstGeom>
          <a:solidFill>
            <a:srgbClr val="252438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331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554480" y="2331720"/>
            <a:ext cx="6675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 dụ &gt; Mô tả — few-shot + CLAUDE.md = accuracy tối đa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31520" y="3200400"/>
            <a:ext cx="7680960" cy="731520"/>
          </a:xfrm>
          <a:prstGeom prst="roundRect">
            <a:avLst>
              <a:gd name="adj" fmla="val 12500"/>
            </a:avLst>
          </a:prstGeom>
          <a:solidFill>
            <a:srgbClr val="252438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246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554480" y="3246120"/>
            <a:ext cx="6675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&gt; Individual — cowork workspace = team thành công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8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165F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Cảm ơn! 🎉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Bạn đã đi từ "chat rồi hy vọng" → "hệ thống chuyên nghiệp"</a:t>
            </a:r>
            <a:endParaRPr lang="en-US" sz="18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Resources: Handout + Interactive tools + Workspace template</a:t>
            </a:r>
            <a:endParaRPr lang="en-US" sz="18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Community: [link group]</a:t>
            </a:r>
            <a:endParaRPr lang="en-US" sz="18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Hãy bắt đầu từ tuần này — 1 prompt, 1 CLAUDE.md, 1 task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45720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Engineering với Claude Code &amp; Cowork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5 — Từ cá nhân đến cowork</dc:title>
  <dc:subject>PptxGenJS Presentation</dc:subject>
  <dc:creator>PptxGenJS</dc:creator>
  <cp:lastModifiedBy>PptxGenJS</cp:lastModifiedBy>
  <cp:revision>1</cp:revision>
  <dcterms:created xsi:type="dcterms:W3CDTF">2026-03-12T00:10:14Z</dcterms:created>
  <dcterms:modified xsi:type="dcterms:W3CDTF">2026-03-12T00:10:14Z</dcterms:modified>
</cp:coreProperties>
</file>
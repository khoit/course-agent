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4: Cowork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"Từ chat đơn lẻ đến hệ thống cộng tác"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Scaling AI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prompt tốt = 1 task hoàn thành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CLAUDE.md tốt = 100 tasks chuẩn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cowork system = cả team dùng AI hiệu quả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(RTT/CO-STAR) + Industry context + [BIẾN]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[BIẾN] = phần thay đổi mỗi lần dùng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trong project folder → Claude Code đọc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1 lần, dùng 50 lần!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Weekly Report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Finance analyst tại [COMPANY]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[paste DATA tuần này]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Tóm tắt thành executive summary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[COMPANY_TEMPLATE] format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[BRACKETS] = biến bạn điền mỗi tuần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tốt = viết 1 lần, dùng 50 lần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Role defined (cố định cho task type)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Context có industry-specific terms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Variables rõ ràng [BRACKETS]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Format specified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Saved trong project folder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CLAUDE.md updated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Tested ≥3 lần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5: Template 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3 prompt templates cho công việc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checklist — không template có sẵn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vào project folder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CLAUDE.md + test trên Claude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phút | Individual workshop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Rubric — 4 Tiêu chí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Thông tin đúng? Có bịa data không?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 Đủ chi tiết? Không thừa không thiếu?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Phù hợp audience? Consistent?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Actionability: Người đọc biết next step?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Good vs Poor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Output tốt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4/5 ✓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 4/5 ✓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5/5 ✓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Actionability: 4/5 ✓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17/20 — Dùng được!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Output kém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3/5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 2/5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4/5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Actionability: 2/5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11/20 — Cần iterate!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prompt → Score output (rubric)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Identify weakness → Refine prompt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/clear → Retest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Compare scores → Repeat until ≥16/20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6: Quality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Hoán đổi templates với peer (khác ngành)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template → Đánh giá bằng rubric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feedback → Iterate trong Claude Code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score trước/sau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phút | Peer review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buổi hôm nay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CLAUDE.md = Output chuẩn mỗi lần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= Biết output tốt hay cần sửa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loop = Cải thiện liên tục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3 templates với data thật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mỗi output bằng rubric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5: Organize workspace + Deploy cho team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Cowork Workflow</dc:title>
  <dc:subject>PptxGenJS Presentation</dc:subject>
  <dc:creator>PptxGenJS</dc:creator>
  <cp:lastModifiedBy>PptxGenJS</cp:lastModifiedBy>
  <cp:revision>1</cp:revision>
  <dcterms:created xsi:type="dcterms:W3CDTF">2026-03-12T00:10:14Z</dcterms:created>
  <dcterms:modified xsi:type="dcterms:W3CDTF">2026-03-12T00:10:14Z</dcterms:modified>
</cp:coreProperties>
</file>
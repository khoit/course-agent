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2: Framework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Claude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"Prompt có cấu trúc, output có chất lượng"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với Claude Code &amp; Cowork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Quiz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Lệnh nào mở Claude Code? → claude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dùng để? → Lưu project instructions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tốt cần mấy thành phần? → 4 (R+C+T+F)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trên Zoom poll!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Framework = Công thức nấu ăn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sáng tạo mỗi lần — điền vào chỗ trống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Claude Code: Framework + CLAUDE.md = AI tự biết context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chỉ cần gõ task → output ổn định, chuyên nghiệp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RTT — Role, Task, Tone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Bạn đóng vai gì?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Việc cần làm cụ thể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Giọng điệu (formal/casual/empathetic)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RTT trong Claude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Chuyên viên CS senior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Viết email phản hồi complaint [paste complaint]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Chuyên nghiệp, empathetic, solution-focused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Gõ trực tiếp trong Claude Code terminal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RTT đủ cho 70% task routine!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CO-STAR — 6 Yếu tố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Bối cảnh cụ thể, data, constraints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Mục đích — output DÙNG để làm gì?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Style: Viết như báo cáo? email? presentation?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Formal / casual / confident / cautious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0749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Ai sẽ ĐỌC output này?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5943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989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989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Format output mong muốn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RTT vs CO-STAR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F0F0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RTT (70% tasks)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thành phần: Role, Task, Tone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Nhanh — 30 giây gõ xong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Đủ cho email, summary, data check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 nhắn nhanh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181B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CO-STAR (30% tasks)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thành phần: C-O-S-T-A-R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— 2 phút setup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analysis, report, strategy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cho agency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CLAUDE.md: Siêu năng lực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CLAUDE.md trong project folder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tự động đọc mỗi lần chạy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Lưu: company info, style guide, terminology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+ CLAUDE.md = không cần gõ context lại!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1 lần, dùng mãi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Tạo CLAUDE.md cho Marketing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CLAUDE.md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Project: Content Marketing — SaaS B2B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Rules: Tone friendly, CTA rõ ràng, SEO keywords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Terms: CTR, CAC, MQL, CMS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đọc file này → output chuẩn tone, đúng context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Activity: Framework + CLAUDE.md Battle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nhóm nhận 1 business scenario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prompt RTT → chạy → ghi output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prompt CO-STAR → chạy → ghi output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CLAUDE.md đơn giản → chạy lại → so sánh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phút | Breakout rooms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&lt; 5 phút → RTT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cần stakeholder review → CO-STAR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lặp lại mỗi tuần → RTT + CLAUDE.md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&amp; Homework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này: RTT cho 3 tasks, CO-STAR cho 1 task quan trọng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Tạo CLAUDE.md cho 1 project thật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3: Few-shot prompting + Slash commands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— Framework trong Claude Code</dc:title>
  <dc:subject>PptxGenJS Presentation</dc:subject>
  <dc:creator>PptxGenJS</dc:creator>
  <cp:lastModifiedBy>PptxGenJS</cp:lastModifiedBy>
  <cp:revision>1</cp:revision>
  <dcterms:created xsi:type="dcterms:W3CDTF">2026-03-12T00:10:14Z</dcterms:created>
  <dcterms:modified xsi:type="dcterms:W3CDTF">2026-03-12T00:10:14Z</dcterms:modified>
</cp:coreProperties>
</file>
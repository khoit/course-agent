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Buổi 3: Dạy AI bằng ví dụ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Slash Commands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"Few-shot + CLAUDE.md = Professional workflow"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với Claude Code &amp; Cowork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Mô tả không đủ — cần CHO XEM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Giống dạy nhân viên mới: nói quy trình + cho xem BÀI MẪU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cũng vậy — cho ví dụ, output chuẩn hơn 30-60%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Trong Claude Code: lưu ví dụ trong CLAUDE.md → AI nhớ mãi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0695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Few-shot: Zero → 1 → Few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25243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4173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Zero-shot: Không ví dụ — AI tự suy (~50% accuracy)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25243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23317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1-shot: 1 ví dụ — accuracy tăng lên ~70%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25243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32461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Few-shot: 2-3 ví dụ — accuracy 85%+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Phân loại Feedback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"Sản phẩm tốt nhưng giao chậm" → Logistics | Mixed | Medium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"Nhân viên rất nhiệt tình" → Service | Positive | Low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Bây giờ phân loại: "App hay crash khi thanh toán"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Few-shot: AI học pattern từ ví dụ!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từ ~50% lên ~85% chỉ với 2 ví dụ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Template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[mô tả]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1: Input → Output mong muốn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2: Input → Output mong muốn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Bây giờ làm: [input thật] → Output: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ví dụ đủ. Ví dụ phải DIVERSE.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Activity 3: Few-shot trong CLI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few-shot prompt cho task thực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1: có sẵn (template)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2: partial (format given, content blank)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3: blank (tự viết hoàn toàn)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phút | Test trên Claude Code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0695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Slash Commands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25243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4173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/help — Xem tất cả commands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25243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23317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/clear — Xóa context, bắt đầu mới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25243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32461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/compact — Tóm tắt context dài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Nâng cao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few-shot examples vào CLAUDE.md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output format rules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industry terminology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Claude Code áp dụng TỰ ĐỘNG mỗi session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CLAUDE.md cho Phòng HR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 Examples: Phân loại ứng viên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 Rules: Dùng "ứng viên" không dùng "candidate"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 Format: Mọi email kết thúc bằng "Trân trọng"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Mọi output của Claude Code đều tuân thủ!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= bộ nhớ dài hạn cho AI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Activity 4: Design Your CLAUDE.md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CLAUDE.md cho phòng ban mình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description + few-shot examples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rules + key terminology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bằng Claude Code trong project folder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phút | Group practice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vs CLAUDE.md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3017520"/>
          </a:xfrm>
          <a:prstGeom prst="roundRect">
            <a:avLst>
              <a:gd name="adj" fmla="val 4545"/>
            </a:avLst>
          </a:prstGeom>
          <a:solidFill>
            <a:srgbClr val="F0F0F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Few-shot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Bộ nhớ NGẮN hạn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Gõ mỗi lần trong prompt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Tốt cho task 1 lần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Dạy FORMAT cho 1 task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840480" cy="3017520"/>
          </a:xfrm>
          <a:prstGeom prst="roundRect">
            <a:avLst>
              <a:gd name="adj" fmla="val 4545"/>
            </a:avLst>
          </a:prstGeom>
          <a:solidFill>
            <a:srgbClr val="181B2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CLAUDE.md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73736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Bộ nhớ DÀI hạn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1 lần, áp dụng mãi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Tốt cho task lặp lại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Dạy CONTEXT cho mọi task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Thử few-shot cho 1 task format-heavy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Tạo/cập nhật CLAUDE.md cho 1 project thật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Buổi 4: Template system + Quality evaluation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3 — Kỹ thuật nâng cao</dc:title>
  <dc:subject>PptxGenJS Presentation</dc:subject>
  <dc:creator>PptxGenJS</dc:creator>
  <cp:lastModifiedBy>PptxGenJS</cp:lastModifiedBy>
  <cp:revision>1</cp:revision>
  <dcterms:created xsi:type="dcterms:W3CDTF">2026-03-12T00:10:14Z</dcterms:created>
  <dcterms:modified xsi:type="dcterms:W3CDTF">2026-03-12T00:10:14Z</dcterms:modified>
</cp:coreProperties>
</file>
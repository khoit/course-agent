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Skills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khai thác sức mạnh LLM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 V2: Infographic &amp; Hands-on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5 buổi × 60 phút | Tiếng Việt | Online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Skill 101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8FAFC"/>
                </a:solidFill>
              </a:rPr>
              <a:t>Tại sao prompt đơn lẻ không đủ?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0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2496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👤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2468880"/>
            <a:ext cx="2496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Sàng lọc CV thủ công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566160"/>
            <a:ext cx="2496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100 CV/tuần, lặp lại cùng câu hỏi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0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2496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📝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2468880"/>
            <a:ext cx="2496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social post lặp lại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566160"/>
            <a:ext cx="2496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Mỗi post khác nhau, không nhất quán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0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2496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💰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2468880"/>
            <a:ext cx="2496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hóa đơn thủ công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566160"/>
            <a:ext cx="2496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1000 hóa đơn/tháng, dễ sai sót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1435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0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2496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⚙️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2468880"/>
            <a:ext cx="2496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lỗi thời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566160"/>
            <a:ext cx="2496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Tài liệu 2021, quy trình thay đổi hàng tuần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thấy mình ở đâu?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Lặp lại công việc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0" y="1097280"/>
            <a:ext cx="182880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Không nhất quán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18288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Dễ sai sót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097280"/>
            <a:ext cx="1828800" cy="109728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SOP cũ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 NEWS: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có thể giải quyết tất cả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 cần SKILL — mập mờ lý thuyết không đủ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0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🧑‍💼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Nhân viên mới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là gì?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Một chương trình AI có thể: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Nhận công việc từ bạn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Hiểu từng bước cần làm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Thực hiện công việc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Trả kết quả nhất quán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Giống như: Nhân viên mới trong công 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402336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Không có hướng dẫn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Làm công việc khác mỗi lần, không nhất quán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657600"/>
            <a:ext cx="402336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Có SOP rõ ràng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Làm công việc nhất quán, chính xác, nhanh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0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📋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là gì?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Hướng dẫn chi tiết về: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Công việc cần làm là gì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Các bước từng bước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Tài liệu tham khảo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Kết quả mong đợi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Giống như: Standard Operating Procedure (SOP)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402336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Không có SOP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Agent bị bối rối, không biết làm gì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657600"/>
            <a:ext cx="402336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Có SOP rõ ràng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Agent biết chính xác cần làm gì, khi nào, thế nào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🛠️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Phần mềm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là gì?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Phần mềm mà agent sử dụng để: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Tạo tài liệu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Phân tích dữ liệu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Tìm kiếm thông tin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Làm công việc cụ thể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Giống như: Word, Excel, PowerPoint, Photoshop...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402336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Không có tool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Agent tay không, không thể làm gì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657600"/>
            <a:ext cx="402336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Có tool phù hợp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Agent sử dụng được, tạo ra kết quả chất lượng cao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thành phần kết hợp = Agent hiệu quả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560320" cy="3474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🧑‍💼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Nhân viên 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280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📋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Skill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560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Hướng dẫn chi tiết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097280"/>
            <a:ext cx="256032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280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🛠️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585216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Tool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2560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Phần mềm để thực hiện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đơn lẻ vs Agent + Skill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657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❌ Prompt đơn lẻ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Mỗi lần khác nhau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Không nhất quán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Tốn thời gian viết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Dễ sai sót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Không thể tái sử dụng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4114800" cy="3657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Agent + Skill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Mỗi lần như nhau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Nhất quán &amp; chính xác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Tiết kiệm thời gian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Ít lỗi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Tái sử dụng được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3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1️⃣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Agent = Nhân viên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Tự động hóa công việc lặp lại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2️⃣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Skill = SOP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Hướng dẫn chi tiết từng bước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3️⃣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Tool = Phần mềm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Thực hiện các tác vụ cụ thể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9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Skills có sẵn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Biến AI thành trợ lý đa năng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93192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📊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Skill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Trigger: Tạo slide, thiết kế bài thuyết trình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Tạo slide chuyên nghiệp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Infographic đẹp mắt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Chia sẻ trên Zoom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931920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📄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Skill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Trigger: Tạo tài liệu, báo cáo, hướng dẫn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Viết báo cáo chuyên nghiệp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Tạo hướng dẫn, SOP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Định dạng tự động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931920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🔍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Skill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Trigger: Trích xuất, phân tích tài liệu PDF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Trích văn bản từ PDF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Tóm tắt tài liệu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Tìm thông tin cụ thể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93192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📈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Skill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Trigger: Phân tích dữ liệu, tạo bảng tính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Phân tích dữ liệu lớn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Tạo báo cáo tự động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So sánh, tìm xu hướng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931920" cy="18288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🎨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Canvas-Design Skill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Trigger: Tạo infographic, poster, đồ họa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Vẽ infographic đẹp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Tạo poster, banner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Thiết kế icon, logo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931920" cy="18288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🔎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Skill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Trigger: Tìm kiếm thông tin, dữ liệu mới nhất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Tìm kiếm trên internet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Xác thực thông tin mới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Tìm ví dụ, case studies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Buổi 2 tiếp theo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6 Skills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pptx, docx, pdf, xlsx, canvas-design, web search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Bạn sẽ: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Kích hoạt skill đúng lúc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Chọn skill hợp lý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Tự động hóa công việc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Tiếp theo: Buổi 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Skill có sẵn không đủ? Hãy tạo skill riêng của bạn!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2918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Bạn sẽ học: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Tạo SKILL.md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Tổ chức thư mục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Kiểm tra chất lượng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Skill đầu tiên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Từ người dùng thành người tạo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skill riêng?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docx skill chung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Tạo được tài liệu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Nhưng không biết template công 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Không theo brand voice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Phải sửa lại nhiều lần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email-summarizer skill riêng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Tạo được tài liệu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Theo template công 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Nhất quán brand voice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Dùng ngay, không sửa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phẫu SKILL.md: Phần 1 - YAML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1645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🆔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Badge nhân viên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914400"/>
            <a:ext cx="42976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YAML: Thông tin cơ bản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email-summarizer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Tóm tắt email dài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✓ Tên skill rõ ràng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✓ Mô tả trigger (khiến AI dùng skill)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phẫu SKILL.md: Phần 2 - Body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📋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Mô tả công việc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914400"/>
            <a:ext cx="42976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Body: Hướng dẫn chi tiết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Bước 1: Nhận email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Bước 2: Trích nội dung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Bước 3: Tóm tắt theo format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✓ Các bước từng bước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✓ Ví dụ cụ thể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✓ Output mong đợi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phẫu SKILL.md: Phần 3 -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📚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Tài liệu training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914400"/>
            <a:ext cx="42976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References/: Thư mục tài liệu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email-template.md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brand-voice.md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✓ Template cần dùng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✓ Tài liệu tham khảo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✓ Ví dụ chi tiết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DO: Tạo skill 'email-summarizer'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Mở SKILL.md Builder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Chọn ngành (HR/Marketing/...)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Điền name, description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4: Viết body (hướng dẫn)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5: Thêm references/ nếu cần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6: Test trong Cowork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Buổi 3 tiếp theo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🎓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Bạn vừa tạo chuyên gia AI đầu tiên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Skill tự động, nhất quán, chính xác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Tiếp theo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Skill đơn giản → Skill nâng cao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3774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Multi-step workflow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References folder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Progressive disclosure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nâng cao &amp; Claude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Từ đơn giản đến chuyên nghiệp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1: Thư viện kiến thức (References)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📚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Khi cần kiến thức chuyên sâu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Tạo thư mục references/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Giữ SKILL.md ngắn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Chứa tài liệu nặng trong references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Ưu điểm: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✓ SKILL.md gọn, dễ đọc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✓ Tài liệu tách biệt, dễ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✓ Agent có kiến thức đầy đủ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2: Progressive Disclosure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📈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Bắt đầu từ cơ bản, nâng cao dần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Level 1: SKILL.md chỉ cơ bản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Level 2: references/ chi tiết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Level 3: Multi-step workflow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Ưu điểm: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✓ Dễ bắt đầu, không quá phức tạp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✓ Có thể nâng cấp sau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✓ Team có thể học từng bước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3: Multi-step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⚙️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Quy trình gồm nhiều công cụ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Step 1 → pdf skill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Step 2 → xlsx skill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Step 3 → docx skill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Ưu điểm: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✓ Quy trình phức tạp được tự động hóa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✓ Kết quả nhất quán, chính xác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✓ Dễ bảo trì, update từng step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vs Claude 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Cowork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Giao diện web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Dễ sử dụng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Skill đơn giản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Nhân viên phi kỹ thuật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CLI &amp; code editor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Mạnh mẽ, linh hoạt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Skill phức tạp, codebase lớn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Developer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Buổi 4 tiếp theo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Skill nâng cao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 kỹ thuật: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References folder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Progressive disclosure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Multi-step workflow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Buổi 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Skill chất lượng ≠ Skill hoàn hảo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Bạn sẽ: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✓ Đánh giá chất lượng skill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✓ Chia sẻ với team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✓ Lập kế hoạch triển khai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ưu, Chia sẻ &amp; Chiến lược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Từ cá nhân đến tổ chức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1: Trigger Accuracy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🎯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biết khi nào dùng skill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Description rõ ràng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AI hiểu công việc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Dùng skill đúng lúc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Ví dụ xấu: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"Tạo tài liệu" ← Quá chung chung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Ví dụ tốt: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"Tạo JD cho vị trí mới theo template công ty" ← Cụ thể, pushy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2: Output Quality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⭐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Output có chất lượng cao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Chính xác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Đầy đủ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Theo format cần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Dùng được ngay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Test: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Chạy skill 5 lần → Output giống nhau = PASS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3: Reusability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♻️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Dùng được nhiều lần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Không thay đổi dễ dàng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Tương ứng với quy trình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Setup dễ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Tránh: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Skill quá cụ thể (chỉ cho 1 người, 1 công việc)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4: Maintainability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🔧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Dễ bảo trì, update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SKILL.md rõ ràng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Dễ hiểu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Dễ sửa sau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Checklist: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Tên skill rõ ràng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Description là 1 câu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Body có nhận xét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References tổ chức đúng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5: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📏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Phạm vi công việc rõ ràng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Không quá rộng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Không quá hẹp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Vừa vặn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Xấu: Quá rộng / Quá hẹp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✗ "Tạo tài liệu"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✗ "Tạo JD cho va ngoại HR"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2926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Tốt: Vừa vặn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✓ "Tạo JD mới theo template công ty"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&amp; Quản lý Skill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Naming Convention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kebab-case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VD: email-summarizer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jd-creator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expense-analyzer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Version Control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Git để theo dõi thay đổi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Mỗi update = 1 commit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Dễ rollback nếu có lỗi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BUỔI = 5 CẤP ĐỘ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64592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1️⃣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Hiểu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Agent &amp; Skill là gì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463040"/>
            <a:ext cx="1371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2801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94560" y="1005840"/>
            <a:ext cx="164592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2️⃣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9456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Dùng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Kích hoạt 6 skills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86200" y="1463040"/>
            <a:ext cx="1371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2801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31920" y="1005840"/>
            <a:ext cx="164592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3️⃣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93192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Tạo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SKILL.md đầu tiên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23560" y="1463040"/>
            <a:ext cx="1371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2801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0" y="1005840"/>
            <a:ext cx="1645920" cy="9144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4️⃣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6928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Nâng cao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References &amp; Workflow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60920" y="1463040"/>
            <a:ext cx="1371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12801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06640" y="1005840"/>
            <a:ext cx="1645920" cy="9144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5️⃣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40664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Chiến lược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Triển khai team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D9488"/>
                </a:solidFill>
              </a:rPr>
              <a:t>Từ hỏi đường → vẽ bản đồ cho cả team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bạn!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EEAD4"/>
                </a:solidFill>
              </a:rPr>
              <a:t>5 buổi = 5 cấp độ = 1 chuyên gia 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Bắt đầu hôm nay. Nâng cấp mỗi ngày.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3840480"/>
            <a:ext cx="6400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Kênh hỗ trợ sau khóa học: Slack #ai-agents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Sử dụng Skills để khai thác sức mạnh LLM Agent (V2)</dc:title>
  <dc:subject>Professional LLM Agent Training in Vietnamese</dc:subject>
  <dc:creator>Claude Cowork Course</dc:creator>
  <cp:lastModifiedBy>Claude Cowork Course</cp:lastModifiedBy>
  <cp:revision>1</cp:revision>
  <dcterms:created xsi:type="dcterms:W3CDTF">2026-03-11T17:30:42Z</dcterms:created>
  <dcterms:modified xsi:type="dcterms:W3CDTF">2026-03-11T17:30:42Z</dcterms:modified>
</cp:coreProperties>
</file>
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697230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Sử dụng Skills để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khai thác sức mạnh LLM Agent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1: Agent &amp; Skill 101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prompt đơn lẻ không đủ?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Hôm nay, bạn dùng AI để làm gì?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có nhất quán không?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1 yêu cầu, lần này kết quả khác lần kia?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Câu hỏi để suy ngẫm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1089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Preview: Agent có skill là câu trả lời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Vấn đề của Prompt đơn lẻ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Kết quả không nhất quán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1 prompt → kết quả khác mỗi lần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114800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1 prompt → kết quả khác mỗi lần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103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Không nhớ quy trình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không biết quy trình cụ thể của bạn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011680"/>
            <a:ext cx="4114800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không biết quy trình cụ thể của bạn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Không tái sử dụng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gõ lại prompt mỗi lần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3017520"/>
            <a:ext cx="4114800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gõ lại prompt mỗi lần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046720" cy="73152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Hỏi đường người lạ vs GPS tích hợp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Analogy: Hỏi đường vs GPS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E2E8F0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Hỏi đường người lạ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Mỗi người hướng dẫn khác nhau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 thể quên bước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Phải hỏi lại nếu quên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Không nhất quán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114800" cy="3474720"/>
          </a:xfrm>
          <a:prstGeom prst="rect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GPS Tích hợp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Luôn chỉ đúng đường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Không bỏ qua bước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Chỉ cần gõ điểm đến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Kết quả luôn nhất quán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 Khái Niệm Cốt Lõi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926080" cy="2743200"/>
          </a:xfrm>
          <a:prstGeom prst="rect">
            <a:avLst/>
          </a:prstGeom>
          <a:solidFill>
            <a:srgbClr val="028090">
              <a:alpha val="15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12801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[I]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926080" cy="2743200"/>
          </a:xfrm>
          <a:prstGeom prst="rect">
            <a:avLst/>
          </a:prstGeom>
          <a:solidFill>
            <a:srgbClr val="00A896">
              <a:alpha val="15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2801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[B]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651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tay chuyên gia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926080" cy="2743200"/>
          </a:xfrm>
          <a:prstGeom prst="rect">
            <a:avLst/>
          </a:prstGeom>
          <a:solidFill>
            <a:srgbClr val="02C39A">
              <a:alpha val="15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12801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[T]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6517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cụ thể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Analogy: Nhân viên mới + SOP + Phần mềm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Nhân viên mới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0" y="1188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=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1188720"/>
            <a:ext cx="4297680" cy="41148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188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SOP (Standard Operating Procedure)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19202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=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4297680" cy="41148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Phần mềm công ty (Office, CRM...)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6517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=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2651760"/>
            <a:ext cx="4297680" cy="41148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651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Ví dụ: Viết Email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00A896">
              <a:alpha val="8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mới (Agent) + SOP email (Skill) + Outlook (Tool) = Email chuyên nghiệp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Live: Cowork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Tạo slide deck KHÔNG dùng skill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Kết quả: Tệ 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Tạo slide deck CÓ dùng skill pptx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1C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Kết quả: Tốt 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097280"/>
            <a:ext cx="7315200" cy="3291840"/>
          </a:xfrm>
          <a:prstGeom prst="rect">
            <a:avLst/>
          </a:prstGeom>
          <a:solidFill>
            <a:srgbClr val="000000"/>
          </a:solidFill>
          <a:ln w="25400">
            <a:solidFill>
              <a:srgbClr val="00A896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Bạn sẽ thấy sự khác biệt trên màn hình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Hoạt động 1: Công việc nào giao được cho Agent?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Breakout rooms (3-4 người)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19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Liệt kê 5 công việc lặp lại hàng ngày của bạn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04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Phân loại: Agent làm được / Chưa làm được / Cần skill riêng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Chia sẻ kết quả với cả lớp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15 phút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Câu hỏi Thảo luận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02C39A">
              <a:alpha val="85000"/>
            </a:srgbClr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"Nếu bạn có 1 trợ lý biết đúng cách làm mọi quy trình của bạn,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sẽ giao gì cho họ đầu tiên?"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Tổng Kết Buổi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Agent = Nhân viên mới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Skill = Sổ tay chuyên gia (SOP)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Tool = Phần mềm công 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7315200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👉 Buổi 2: Dùng Skills có sẵn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Mini-Quiz Nhanh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Agent là gì?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Chương trình AI có khả năng dùng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Skill là gì?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Sổ tay chuyên gia cho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Tool là gì?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Khả năng cụ thể (đọc file, tạo slide...)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Buổi 1 Hoàn Tất ✓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đã hiểu: Agent, Skill, Tool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Buổi 2: Dùng Skills có sẵn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AI thành trợ lý đa năng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Ôn Tập Nhanh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Agent, Skill, Tool là gì?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7315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Gợi ý: Nhân viên mới + SOP + Phần mềm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WHY: Catalog Skills như Menu Nhà Hàng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E2E8F0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🍽️ Nhà Hàng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Bạn không cần nấu ăn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Chỉ gọi món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Đầu bếp xử lý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114800" cy="3474720"/>
          </a:xfrm>
          <a:prstGeom prst="rect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Skill Catalog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Bạn không cần 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Chỉ gọi skill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xử lý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1: pptx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2286000"/>
          </a:xfrm>
          <a:prstGeom prst="ellipse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📊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để: Tạo slide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nào: Cần trình bày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File pptx hoàn thiện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2: docx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2286000"/>
          </a:xfrm>
          <a:prstGeom prst="ellipse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📄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để: Tạo document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nào: Cần viết báo cáo, handout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File docx hoàn thiện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3: pdf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2286000"/>
          </a:xfrm>
          <a:prstGeom prst="ellipse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📑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để: Xử lý PDF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nào: Cần đọc/chuyển file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File pdf hoàn thiện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4: xlsx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2286000"/>
          </a:xfrm>
          <a:prstGeom prst="ellipse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📈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XLSX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để: Tạo bảng tính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nào: Cần phân tích dữ liệu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File xlsx hoàn thiện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5: canvas-design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2286000"/>
          </a:xfrm>
          <a:prstGeom prst="ellipse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🎨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CANVAS-DESIGN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để: Vẽ hình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nào: Cần infographic, poster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File canvas-design hoàn thiện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6: web-search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0" cy="2286000"/>
          </a:xfrm>
          <a:prstGeom prst="ellipse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WEB-SEARCH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1752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để: Tìm kiếm web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2860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nào: Cần thông tin từ internet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File web-search hoàn thiện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Chuỗi Skills trong Cowork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Tạo báo cáo tuần = 4 skills liên tiếp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373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PDF → Đọc dữ liệu tuần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148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688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XLSX → Phân tích số liệu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200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DOCX → Viết báo cáo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611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9319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PPTX → Tạo slide tóm tắt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16052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Báo cáo hoàn thiện chỉ với 1 prompt!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Buổi 3: Tạo Skill Đầu Tiên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người dùng thành người tạo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WHY: Skill có sẵn không đủ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Ví dụ: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solidFill>
            <a:srgbClr val="E2E8F0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docx tạo document tốt,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không biết template báo cáo của công ty bạn.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cần skill riêng!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WHAT: Giải Phẫu SKILL.md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Frontmatter YAML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114800" cy="50292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email-summarizer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chi tiết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965960"/>
            <a:ext cx="4114800" cy="50292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965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Bạn sẽ viết hướng dẫn chi tiết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017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tham khảo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743200"/>
            <a:ext cx="4114800" cy="50292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email, quy tắc công ty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Tạo Skill 'email-summarizer'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email-summarizer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Tóm tắt email dài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Email Summarizer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 trúc: Đọc email → Trích xuất điểm chính → Tóm tắt dưới 100 từ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Hoạt động 3: Build Your First Skill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Mỗi bạn chọn 1 tác vụ lặp lại &amp; viết SKILL.md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Chọn tên skill (kebab-case)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Viết description (pushy, 1-2 câu)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Viết body (hướng dẫn)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 trong Cowork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20 phút | Hỗ trợ: Breakout rooms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&amp; Tell: Skill Của Bạn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3-4 người sẽ chia sẻ skill họ tạo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Description có kích hoạt đúng lúc?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Body có rõ ràng không?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Agent hiểu được yêu cầu?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WHAT: Thư mục References/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Khi skill cần kiến thức chuyên sâu → Dùng references/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solidFill>
            <a:srgbClr val="E2E8F0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skill-folder/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SKILL.md (ngắn)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references/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├── email-template.md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├── company-style.md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└── best-practices.md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Tổng Kết Buổi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SKILL.md = Frontmatter YAML + Body + References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Description phải 'pushy' (kích hoạt đúng lúc)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References để agent có kiến thức chuyên sâu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Bạn vừa tạo 'chuyên gia AI' đầu tiên!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Buổi 4: Skill Nâng Cao &amp; Claude Code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đơn giản đến chuyên nghiệp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WHY: Giới Hạn của Skill Đơn Giản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buổi 3 chỉ có body.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Khi cần: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Xử lý 100 trang tài liệu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Quy trình 10 bước tuần tự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Kiến thức chuyên sâu → Cần nâng cấp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WHAT: 3 Kỹ Thuật Nâng Cao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 Folder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Chứa kiến thức chuyên sâu agent đọc khi cần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 Disclosure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ngắn → references nặng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Multi-step Workflow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qua nhiều bước tuần tự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Skill 'course-designer'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Chính skill tạo khóa học này!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2560320"/>
          </a:xfrm>
          <a:prstGeom prst="rect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course-designer/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├── SKILL.md (ngắn)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└── references/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├── methodology.md (ADDIE flow)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├── evaluation-criteria.md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├── templates/ (lesson plan template)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└── examples/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Hoạt động 4: Skill Upgrade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Lấy skill buổi 3 → Nâng cấp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Thêm references/ folder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Tách kiến thức vào file riêng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Thêm multi-step workflow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Pairs: Review lẫn nhau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WHAT: Cowork vs Claude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Giao diện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3200400" cy="36576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họa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188720"/>
            <a:ext cx="2743200" cy="36576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Kỹ năng cần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3200400" cy="36576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743200" cy="36576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737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CLI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2286000"/>
            <a:ext cx="3200400" cy="36576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286000"/>
            <a:ext cx="2743200" cy="36576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Mạnh hơn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0" y="2834640"/>
            <a:ext cx="3200400" cy="36576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834640"/>
            <a:ext cx="2743200" cy="36576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code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Công việc của bạn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0" y="1005840"/>
            <a:ext cx="4846320" cy="45720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1051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code?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645920"/>
            <a:ext cx="4846320" cy="45720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git, file system?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3840480" cy="109728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06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 Cowork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3840480" cy="109728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606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 Claude Code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Tổng Kết Buổi 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References folder = Kiến thức chuyên sâu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Progressive disclosure = SKILL.md ngắn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Cowork dễ, Claude Code mạnh hơn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Buổi 5: Tối Ưu, Chia Sẻ &amp; Chiến Lược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cá nhân đến tổ chức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Chia Sẻ Kết Quả Bài Tập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2-3 bạn sẽ kể kinh nghiệm dùng skill tuần qua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Thành công?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Khó khăn gì?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Sẽ thay đổi như thế nào?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WHAT: Skill Quality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Trigger Accuracy — Có kích hoạt đúng lúc?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Output Quality — Kết quả có đạt?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Reusability — Người khác dùng được?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Maintainability — Dễ cập nhật?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Scope — Không quá rộng/hẹp?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Hoạt động 5: Skill Audit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Đánh giá skill của bạn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Dùng checklist đánh giá skill mình tạo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Pairs: Swap skill, đánh giá của bạn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 sánh tự đánh giá vs đánh giá chéo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WHAT: Chia Sẻ &amp; Quản Lý Skill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Đóng gói skill cho team (folder structure)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Naming conventions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Version control basics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Skill catalog cho phòng ban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Hoạt động 6: 30-Day Skill Adoption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 nhóm (theo phòng ban/team)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Xác định 3 use case ưu tiên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Viết brief cho mỗi skill cần tạo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Phân công ai tạo skill nào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Timeline 30 ngày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Tổng Kết Khóa Học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buổi = 5 cấp độ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1: Hiểu Agent, Skill, Tool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2: Dùng Skills có sẵn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3: Tạo Skill đầu tiên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4: Skill nâng cao &amp; Claude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5: Tối ưu &amp; Triển khai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'hỏi đường' đến 'vẽ bản đồ cho team'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Câu Hỏi Thảo Luận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00A896">
              <a:alpha val="85000"/>
            </a:srgbClr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tháng từ giờ, team bạn sẽ sử dụng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khác như thế nào so với hôm nay?"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Đánh Giá Cuối Khóa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nhanh (Google Form)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Kênh hỗ trợ sau khóa học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Email: support@example.com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Slack: #skills-support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refresher sessions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Cảm ơn!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vừa hoàn thành khóa học 5 buổi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Skills để khai thác sức mạnh LLM Agent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Sử dụng Skills để khai thác sức mạnh LLM Agent</dc:title>
  <dc:subject>PptxGenJS Presentation</dc:subject>
  <dc:creator>Course Team</dc:creator>
  <cp:lastModifiedBy>Course Team</cp:lastModifiedBy>
  <cp:revision>1</cp:revision>
  <dcterms:created xsi:type="dcterms:W3CDTF">2026-03-11T16:35:29Z</dcterms:created>
  <dcterms:modified xsi:type="dcterms:W3CDTF">2026-03-11T16:35:29Z</dcterms:modified>
</cp:coreProperties>
</file>